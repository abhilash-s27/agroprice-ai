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Dataset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750" dirty="0"/>
          </a:p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India)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87168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</a:t>
            </a:r>
            <a:endParaRPr lang="en-US" sz="750" dirty="0"/>
          </a:p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0016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YRS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73168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2026</a:t>
            </a:r>
            <a:endParaRPr lang="en-US" sz="750" dirty="0"/>
          </a:p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(AGMARKNET)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12864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86016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86016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50" dirty="0"/>
          </a:p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" y="18653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— ROWS PER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2768" y="21762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2768" y="2176272"/>
            <a:ext cx="3108960" cy="20116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1031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103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72768" y="26334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2768" y="2633472"/>
            <a:ext cx="2379506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5603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592" y="2560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72768" y="30906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3090672"/>
            <a:ext cx="1178359" cy="20116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0175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017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572768" y="35478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72768" y="3547872"/>
            <a:ext cx="647502" cy="201168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4747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34747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2768" y="40050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2768" y="4005072"/>
            <a:ext cx="344419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9319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9319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1865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YEAR (SOUTH INDIA)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21031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25312" y="2112264"/>
            <a:ext cx="947678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05088" y="21031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486400" y="22860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25312" y="2295144"/>
            <a:ext cx="990824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22860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0" y="24688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25312" y="2478024"/>
            <a:ext cx="991697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05088" y="24688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86400" y="26517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25312" y="2660904"/>
            <a:ext cx="839354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5088" y="2651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809K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86400" y="28346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25312" y="2843784"/>
            <a:ext cx="804260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28346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486400" y="30175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25312" y="3026664"/>
            <a:ext cx="669665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05088" y="30175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486400" y="32004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25312" y="3209544"/>
            <a:ext cx="751120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3200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724K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486400" y="33832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925312" y="3392424"/>
            <a:ext cx="927920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05088" y="33832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486400" y="35661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925312" y="3575304"/>
            <a:ext cx="925672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05088" y="35661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893K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486400" y="37490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925312" y="3758184"/>
            <a:ext cx="2144379" cy="14630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05088" y="3749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486400" y="39319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925312" y="3941064"/>
            <a:ext cx="2743200" cy="14630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05088" y="39319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486400" y="41148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925312" y="4123944"/>
            <a:ext cx="326582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05088" y="41148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315K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060704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0704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1847088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47088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633472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633472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419856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475569">
              <a:alpha val="22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19856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20624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475569">
              <a:alpha val="22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4992624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92624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779008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79008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Min_Price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565392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65392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7351776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51776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813816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3816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Commodity_Code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AGMARKNET (Agricultural Marketing Information Network) · Open Government Data India · Parquet format via PyArrow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4114800" cy="36576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57200"/>
            <a:ext cx="3657600" cy="3200400"/>
          </a:xfrm>
          <a:prstGeom prst="ellipse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DATA SCHEMA &amp; QUALITY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&amp; Data Quality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14800" cy="3035808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54864" cy="3035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(11 Columns)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00784"/>
            <a:ext cx="3749040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739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773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55648" y="1810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810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32304" y="1773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filter applied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20025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0391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20391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432304" y="20025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Sub-state geography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2311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2311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55648" y="22677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22677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32304" y="22311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name — used in deduplication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" y="24597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55648" y="24963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2496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2304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in registry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6883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6883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55648" y="27249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27249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32304" y="2688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 crop/day → dedup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" y="2916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55648" y="2953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475569">
              <a:alpha val="20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953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432304" y="2916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tier (Medium/FAQ/etc.)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1455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1455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55648" y="31821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55648" y="31821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432304" y="31455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YYYY-MM-DD → TRY_CAST DATE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" y="33741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55648" y="34107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55648" y="34107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432304" y="33741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Rs/quintal — floor reference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6027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36027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55648" y="36393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55648" y="3639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432304" y="3602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Rs/quintal — ceiling reference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" y="38313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55648" y="38679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55648" y="38679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432304" y="3831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forecast target — AVG'd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0599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" y="4059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Commodity_Code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755648" y="4096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475569">
              <a:alpha val="20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5648" y="4096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432304" y="4059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internal ID (unused)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0" y="1298448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72000" y="129844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1298448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175504" y="13533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Duplicate Varieties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75504" y="1609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records 3+ Variety rows per (date, crop, state, market) — e.g. Tomato/Local, Tomato/Hybrid, Tomato/FAQ all on the same day.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7550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(date, crop, state, market) + AVG(Modal_Price)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per mandi per day — correct for forecasting.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0" y="2286000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0" y="228600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18304" y="2286000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5175504" y="2340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Extreme Price Outliers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175504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contains prices from Rs 0 to Rs 918,421,086 — confirmed data-entry errors (7 zeros of scale).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75504" y="2889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Modal_Price BETWEEN 1 AND 100,000 Rs/qtl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815 outlier records removed. Cardamoms exempt: cap=500,000.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0" y="3273552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572000" y="3273552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18304" y="3273552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175504" y="3328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Tamil Nadu Data Gap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175504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mandi data shows very low coverage before 2024, making any pre-2024 price series unsuitable for forecasting.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175504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TAMIL_NADU_DATA_START = '2024-01-01' applied automatically when state='Tamil Nadu' and no start_date supplied.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one AVG(Modal_Price) per calendar day per crop×state — passed directly to Prophet as (ds, y) — no interpolation, no forward-fill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9144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36576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PREPROCESSING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Pipeline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380744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1280160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3350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Parquet File 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5910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sorted(parquet_dir.glob('*.parquet'))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58768" y="1353312"/>
            <a:ext cx="0" cy="365760"/>
          </a:xfrm>
          <a:prstGeom prst="line">
            <a:avLst/>
          </a:prstGeom>
          <a:noFill/>
          <a:ln w="889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134416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yearly files (2015–2026) · data/raw/parquet/ · ~400 MB total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50208" y="1563624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31–64 MB per file · loaded lazily by DuckDB via PyArrow driver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23760" y="1426464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426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 parquet paths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179222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1837944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37944"/>
            <a:ext cx="54864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1938528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1837944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18928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Lazy 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21488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VIEW: lazy query, zero data loaded into Python memory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58768" y="1911096"/>
            <a:ext cx="0" cy="365760"/>
          </a:xfrm>
          <a:prstGeom prst="line">
            <a:avLst/>
          </a:prstGeom>
          <a:noFill/>
          <a:ln w="889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190195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copied into Python memory · query-time disk reads only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2121408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 reads only the row groups each query needs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3760" y="1984248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9842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prices VIEW active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" y="235000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395728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395728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" y="2496312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6384" y="239572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8720" y="2450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Validation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88720" y="270662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prices → 7 required columns verified at startup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58768" y="2468880"/>
            <a:ext cx="0" cy="365760"/>
          </a:xfrm>
          <a:prstGeom prst="line">
            <a:avLst/>
          </a:prstGeom>
          <a:noFill/>
          <a:ln w="889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0208" y="24597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State, Commodity, Arrival_Date, Min/Max/Modal_Price fields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50208" y="2679192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ValueError immediately if any required column is missing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23760" y="2542032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54203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Schema confirmed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0624" y="29077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2953512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2953512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" y="3054096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" y="2953512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188720" y="30083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Price Filter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88720" y="32644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 BETWEEN 1 AND 100,000 Rs/qtl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58768" y="3026664"/>
            <a:ext cx="0" cy="365760"/>
          </a:xfrm>
          <a:prstGeom prst="line">
            <a:avLst/>
          </a:prstGeom>
          <a:noFill/>
          <a:ln w="889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301752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815 outlier records removed · raw prices ranged 0 to Rs 918M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50208" y="3236976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query via _price_filter(crop) — not a permanent delete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23760" y="3099816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309981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 [1–100K] Rs/qtl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0624" y="34655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3511296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3511296"/>
            <a:ext cx="54864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" y="3611880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86384" y="3511296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188720" y="35661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Deduplication  (AVG)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188720" y="382219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(date, crop, state, market)  +  AVG(Modal_Price)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58768" y="3584448"/>
            <a:ext cx="0" cy="365760"/>
          </a:xfrm>
          <a:prstGeom prst="line">
            <a:avLst/>
          </a:prstGeom>
          <a:noFill/>
          <a:ln w="889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0208" y="357530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3+ Variety rows per mandi/day into one avg price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950208" y="3794760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AVG(Min_Price) and AVG(Max_Price) also computed · outlier-robust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23760" y="3657600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36576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record/mandi/day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20624" y="402336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4069080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74320" y="4069080"/>
            <a:ext cx="54864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0624" y="4169664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062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86384" y="4069080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188720" y="412394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Prophet-Ready Series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188720" y="437997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(ds, y) daily time series · Prophet.fit() ready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858768" y="4142232"/>
            <a:ext cx="0" cy="365760"/>
          </a:xfrm>
          <a:prstGeom prst="line">
            <a:avLst/>
          </a:prstGeom>
          <a:noFill/>
          <a:ln w="889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50208" y="413308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df['ds'] = datetime64[ns] · df['y'] = float64 daily modal price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950208" y="4352544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calendar dates NOT filled — Prophet handles sparse data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223760" y="4215384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23760" y="42153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(ds, y) DataFrame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090E1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evaluation: DuckDB reads parquet blocks on demand · Python memory stays low · Complete pipeline runs in &lt; 50 ms per query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0292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FEATURE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query_for_forecast(crop, state) → (ds, y) DataFrame from DuckDB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536192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detect_price_anomalies()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z(t) = ( price(t) − μ_30d ) / σ_30d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2.0 → 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2.5 → MEDIUM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3.5 → 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724912"/>
            <a:ext cx="2029968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spike / crash events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536192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67328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compute_volatility_metrics()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67328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σ / μ × 100%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67328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20% → Stable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7328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35% → Moderate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6732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50% → High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67328" y="2724912"/>
            <a:ext cx="2029968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instability_score + badge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44768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1536192"/>
            <a:ext cx="54864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11696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compute_seasonal_profile()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11696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dev[m] = ( μ_month − μ_annual ) / μ_annual × 100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11696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peak_months (top-3 +dev)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11696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trough_months (bottom-3 -dev)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11696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current_phase: peak|trough|normal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11696" y="2724912"/>
            <a:ext cx="2029968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monthly_profile dict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090672"/>
            <a:ext cx="4206240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090672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09067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22960" y="31455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compute_momentum_signal()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3401568"/>
            <a:ext cx="3547872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 avg_7d − avg_prior30d ) / avg_prior30d × 100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" y="36576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10 → Strong Uptrend ↑↑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" y="38953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→ Uptrend 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" y="41330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 to 3 → Flat →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2960" y="4279392"/>
            <a:ext cx="347472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42793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signal + change_pct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45152" y="3090672"/>
            <a:ext cx="4206240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45152" y="3090672"/>
            <a:ext cx="54864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09067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212080" y="31455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compute_forecast_quality()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212080" y="3401568"/>
            <a:ext cx="3547872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depth_score − vol_penalty − staleness_penalty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12080" y="36576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&gt; 500 → +40pts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12080" y="38953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20% → +0 penalty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12080" y="41330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&gt; 30d → −30pts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2080" y="4279392"/>
            <a:ext cx="347472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0368" y="42793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reliability_score (0–100)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3716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36576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SYSTEM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8016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9536" y="1389888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286000" y="132588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18.3 + Vite 5.2 + TailwindCSS 3.4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53619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 · 50+ AI components · 11 custom hooks · Recharts 2.12 · Zustand 4.5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558784" y="16642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55648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55648"/>
            <a:ext cx="54864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75564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536" y="1865376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86000" y="1801368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0.136 + uvicorn 0.47  (port 8001)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011680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· 39+ endpoints · CORS · Request Logger middleware · OpenAPI /docs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58784" y="2139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31136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231136"/>
            <a:ext cx="54864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2311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536" y="2340864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2340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286000" y="2276856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 orchestration service modules in backend/services/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487168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advisor_ai_router · context_builder · memory_manager · agent_council (7 agents) · regime_detector · signal_fusion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58784" y="26151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706624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06624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70662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9536" y="2816352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286000" y="2752344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1.5.2 + pandas 3.0 + PyArrow 24.0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0" y="2962656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analytics functions · Lazy parquet queries · Dedup + outlier filter · query_cache · 12.6M South India rows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58784" y="30906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182112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182112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1821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9536" y="3291840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ENGINE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286000" y="3227832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1.3 · SparseTrend · XGBoost 3.2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86000" y="3438144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 → ProphetForecaster  ·  Tier C/D → SparseTrendForecaster  ·  Forecast cache (disk JSON)  ·  7d / 30d / 90d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58784" y="356616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657600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657600"/>
            <a:ext cx="54864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365760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9536" y="3767328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(GEMINI)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286000" y="370332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google-genai 2.8.0 · Gemini 2.5 Flash · temp=0.2 · thinking_budget=0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391363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(12 fields) · 8 structured error types · SSE streaming · 8-stage grounded pipeline · 4 analyst personas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58784" y="40416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133088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4133088"/>
            <a:ext cx="54864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13308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9536" y="4242816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94A3B8">
              <a:alpha val="20000"/>
            </a:srgbClr>
          </a:solidFill>
          <a:ln w="1016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" y="4242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286000" y="4178808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Parquet files (~400 MB) · forecast_cache/ · optional Redis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86000" y="4389120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data/raw/parquet/*.parquet  ·  AGMARKNET 2015–2026  ·  ADVISOR_MEMORY_BACKEND=memory|redis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4114800" cy="36576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41148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MODULE 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Structure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4133088" cy="3255264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80160"/>
            <a:ext cx="54864" cy="32552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backend/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3785616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core/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66544" y="1737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· database · logger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66544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analytics.py (5 functions)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loaders/  pipeline/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194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duckdb_queries · ingestion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23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schema/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6544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(Pydantic schemas)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ml/forecasting/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66544" y="2651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xgboost · sparse_trend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cache/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66544" y="2880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forecast_cache · query_cache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66544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orchestration modules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337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llm/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66544" y="3337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GeminiProvider · PromptBuilder · Guardrails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agents/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66544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(trend·risk·seasonal·rec·briefing)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api/routes/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66544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(39+ endpoints)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023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reports/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66544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generator.py — PDF + Excel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251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utils/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66544" y="4251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crop_registry · constants · validators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1280160"/>
            <a:ext cx="4297680" cy="3255264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1280160"/>
            <a:ext cx="54864" cy="32552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3533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⚛  frontend/src/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36592" y="1664208"/>
            <a:ext cx="3950208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737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pages/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173736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pages: Dashboard · Forecast · AIAdvisor · CropExplorer · MapIntelligence · Reports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28032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components/ai/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components: AdvisorChat · AICouncilPanel · AIProbabilityPanel · AICommandMode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57216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charts/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43230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ForecastChart · PriceLineChart · CropBarChart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57216" y="2779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ui/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277977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DashPanel · IntelligenceGrid · Badge · Card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hooks/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312724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hooks: useAnalytics · useForecast · useSpeechRecognition · useTextToSpeech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3474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3474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API service files: advisorService · decisionService · intelligenceService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store/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382219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useForecastStore · usePriceStore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28032" y="4169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utils/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416966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 · formatters.js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608576"/>
            <a:ext cx="8613648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608576"/>
            <a:ext cx="8247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~45 Python files  ·  Frontend: ~75 JSX/JS files  ·  Total: ~120 source modules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371600"/>
            <a:ext cx="54864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TECHNOLOGY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80160"/>
            <a:ext cx="54864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1719072"/>
            <a:ext cx="2505456" cy="0"/>
          </a:xfrm>
          <a:prstGeom prst="line">
            <a:avLst/>
          </a:prstGeom>
          <a:noFill/>
          <a:ln w="1016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0.136.1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0.47.0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2.14.1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1.2.2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25.5.0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280160"/>
            <a:ext cx="54864" cy="1572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67328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28416" y="1719072"/>
            <a:ext cx="2505456" cy="0"/>
          </a:xfrm>
          <a:prstGeom prst="line">
            <a:avLst/>
          </a:prstGeom>
          <a:noFill/>
          <a:ln w="10160">
            <a:solidFill>
              <a:srgbClr val="06B6D4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1.5.2  (in-process)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46704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3.0.0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6704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 24.0.0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6704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1.17.0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6704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(via prophet)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46704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Parquet files · 400 MB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44768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280160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11696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/ Forecasting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72784" y="1719072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1.3.0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3.2.0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91072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SparseTrend (custom)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multiplicative seasonality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1072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holidays (country='IN')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91072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Theil-Sen median slopes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2926080"/>
            <a:ext cx="54864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2960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84048" y="3364992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2.8.0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2336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2336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2336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thinking_budget = 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2336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 = 2048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2336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 ·  8 error types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0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0" y="2926080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767328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328416" y="3364992"/>
            <a:ext cx="2505456" cy="0"/>
          </a:xfrm>
          <a:prstGeom prst="line">
            <a:avLst/>
          </a:prstGeom>
          <a:noFill/>
          <a:ln w="1016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46704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18.3.1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46704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5.2.12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46704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3.4.4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46704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2.12.7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46704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4.5.2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46704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 6.23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44768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44768" y="2926080"/>
            <a:ext cx="54864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711696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 &amp; Infra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272784" y="3364992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3.1.5  (Excel)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91072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4.5.1  (PDF)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291072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Redis memory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91072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allow_origin_regex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91072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responses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91072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dual-server launch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6032" y="4572000"/>
            <a:ext cx="8631936" cy="256032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" y="4572000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pinned with exact versions · backend/requirements.txt · frontend managed by npm with package-lock.json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41148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2004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API ROUTE MAP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Route Map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· FastAPI  ·  All routes prefixed  /api/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481328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481328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572768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727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07008" y="15544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/api/prices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/prices?crop=Tomato&amp;state=Karnataka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568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/analytics/{crop}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139696"/>
            <a:ext cx="54864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231136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311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07008" y="22128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/api/forecasts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46888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/forecasts/{crop}/{state}?days=7|30|90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26151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Prophet → SparseTrend fallback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798064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98064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889504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8895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07008" y="28712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/api/crops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12724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/crops           — 27 crops in registry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27355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/crops/registry  — full CropInfo objects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456432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45643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547872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5478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07008" y="352958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/api/advisor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37856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      — grounded Gemini call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393192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/advisor/ask/stream — SSE token stream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114800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114800"/>
            <a:ext cx="5486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4206240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062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07008" y="418795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/api/briefing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4439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/briefing/{crop}/{state} — 4-agent brief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" y="459028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/briefing/scenario        — heuristic sim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45152" y="1481328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45152" y="1481328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1572768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15727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96128" y="15544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/api/ai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181051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/ai/insights/{crop}/{state}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73168" y="19568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/ai/narrative/{crop}/{state}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45152" y="2139696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45152" y="2139696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3168" y="2231136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22311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96128" y="22128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/api/watchlist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73168" y="246888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/watchlist?max_crops=8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73168" y="26151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5 buckets: momentum_leaders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45152" y="2798064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45152" y="2798064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73168" y="2889504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8895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596128" y="28712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/api/intelligence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73168" y="312724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/intelligence/monitor?max_crops=N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73168" y="327355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market regimes · escalation types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45152" y="3456432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45152" y="3456432"/>
            <a:ext cx="5486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73168" y="3547872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73168" y="35478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596128" y="352958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/api/decision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773168" y="37856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/council/{crop}/{state}  — 7-agent vote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773168" y="393192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/probability/{crop}/{state}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645152" y="4114800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45152" y="411480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73168" y="4206240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42062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596128" y="418795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/api/reports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773168" y="44439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/reports/pdf    — openpyxl PDF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773168" y="459028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/reports/excel  — reportlab Excel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4572000" cy="4114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41148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HARDWARE &amp; SOFTWARE SPECS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&amp; Software Specs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80160"/>
            <a:ext cx="54864" cy="2505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828800"/>
            <a:ext cx="2505456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61872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Home Single Language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(virtual environment)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61872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/ npm 10+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61872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on port 8001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on port 5173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0624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61872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(dual terminal windows)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280160"/>
            <a:ext cx="54864" cy="2505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03904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28416" y="1828800"/>
            <a:ext cx="2505456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06240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12 Parquet files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64992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0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 on disk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06240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1.5.2 in-process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64992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06240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single process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64992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06240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(no full file load)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64992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0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cache (disk JSON, 24h TTL)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44768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44768" y="1280160"/>
            <a:ext cx="54864" cy="2505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48272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72784" y="1828800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50608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in backend/.env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50608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allow_origin_regex: localhost:*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50608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 2h or Redis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09360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50608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safe for routes only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09360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req.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150608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.env changes (singleton)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936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150608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— CPU-only ML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56032" y="3913632"/>
            <a:ext cx="8631936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" y="3950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SEQUENCE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73736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373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46304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01168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92608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5176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connect()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20040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1480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VIEW created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38912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30352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2920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singleton init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57784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9224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1792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ready :8001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76656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68096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809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40664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:5173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4535424"/>
            <a:ext cx="8631936" cy="274320"/>
          </a:xfrm>
          <a:prstGeom prst="rect">
            <a:avLst/>
          </a:prstGeom>
          <a:solidFill>
            <a:srgbClr val="090E1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4535424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· No Docker · No cloud dependency during development · Entire stack runs locally in &lt; 30 seconds from cold start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Slides 11-19</dc:title>
  <dc:subject>PptxGenJS Presentation</dc:subject>
  <dc:creator>S. Abhilash</dc:creator>
  <cp:lastModifiedBy>S. Abhilash</cp:lastModifiedBy>
  <cp:revision>1</cp:revision>
  <dcterms:created xsi:type="dcterms:W3CDTF">2026-06-15T22:52:56Z</dcterms:created>
  <dcterms:modified xsi:type="dcterms:W3CDTF">2026-06-15T22:52:56Z</dcterms:modified>
</cp:coreProperties>
</file>